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6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1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8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46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5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7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7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3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12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4896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08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0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75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93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7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36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Title Slide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Product Name</a:t>
            </a:r>
          </a:p>
          <a:p>
            <a:r>
              <a:rPr dirty="0"/>
              <a:t>Tagline</a:t>
            </a:r>
          </a:p>
          <a:p>
            <a:r>
              <a:rPr dirty="0"/>
              <a:t>Presenter Name, Designation</a:t>
            </a:r>
          </a:p>
          <a:p>
            <a:endParaRPr dirty="0"/>
          </a:p>
          <a:p>
            <a:r>
              <a:rPr dirty="0"/>
              <a:t>(Optional: Logo)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Problem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lang="en-GB" dirty="0"/>
              <a:t>What problem exists?</a:t>
            </a:r>
          </a:p>
          <a:p>
            <a:r>
              <a:rPr lang="en-GB" dirty="0"/>
              <a:t>Who faces it?</a:t>
            </a:r>
          </a:p>
          <a:p>
            <a:r>
              <a:rPr lang="en-GB" dirty="0"/>
              <a:t>Why are current solutions failing?</a:t>
            </a:r>
          </a:p>
          <a:p>
            <a:r>
              <a:rPr lang="en-GB" dirty="0"/>
              <a:t>Cost of NOT solving (money, productivity, stress, time)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Solution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Your product in one clear sentence</a:t>
            </a:r>
          </a:p>
          <a:p>
            <a:r>
              <a:rPr dirty="0"/>
              <a:t>How it works</a:t>
            </a:r>
          </a:p>
          <a:p>
            <a:r>
              <a:rPr dirty="0"/>
              <a:t>Why it's better than alternatives</a:t>
            </a:r>
          </a:p>
          <a:p>
            <a:r>
              <a:rPr dirty="0"/>
              <a:t>Key benefits for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Product Demo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Insert screenshots later.</a:t>
            </a:r>
          </a:p>
          <a:p>
            <a:r>
              <a:rPr dirty="0"/>
              <a:t>Show 3–5 key screens</a:t>
            </a:r>
          </a:p>
          <a:p>
            <a:r>
              <a:rPr dirty="0"/>
              <a:t>Highlight the experience</a:t>
            </a:r>
          </a:p>
          <a:p>
            <a:r>
              <a:rPr dirty="0"/>
              <a:t>Before vs After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Market Opportunity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TAM, SAM, SOM</a:t>
            </a:r>
          </a:p>
          <a:p>
            <a:r>
              <a:rPr dirty="0"/>
              <a:t>Market growth trends</a:t>
            </a:r>
          </a:p>
          <a:p>
            <a:r>
              <a:rPr dirty="0"/>
              <a:t>Target user segments</a:t>
            </a:r>
          </a:p>
          <a:p>
            <a:r>
              <a:rPr dirty="0"/>
              <a:t>Why NOW is the right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Business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Revenue streams</a:t>
            </a:r>
          </a:p>
          <a:p>
            <a:r>
              <a:rPr dirty="0"/>
              <a:t>Pricing strategy</a:t>
            </a:r>
          </a:p>
          <a:p>
            <a:r>
              <a:rPr dirty="0"/>
              <a:t>LTV, ARPU (optional)</a:t>
            </a:r>
          </a:p>
          <a:p>
            <a:r>
              <a:rPr dirty="0"/>
              <a:t>Free → Paid upgrade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Product Roadmap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t>Q1 – MVP</a:t>
            </a:r>
          </a:p>
          <a:p>
            <a:r>
              <a:t>Q2 – Feature Development</a:t>
            </a:r>
          </a:p>
          <a:p>
            <a:r>
              <a:t>Q3 – Scale &amp; Integrations</a:t>
            </a:r>
          </a:p>
          <a:p>
            <a:r>
              <a:t>Q4 –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Go-to-Market Strategy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Marketing channels</a:t>
            </a:r>
          </a:p>
          <a:p>
            <a:r>
              <a:rPr dirty="0"/>
              <a:t>Partnerships</a:t>
            </a:r>
          </a:p>
          <a:p>
            <a:r>
              <a:rPr dirty="0"/>
              <a:t>Organic + Paid strategy</a:t>
            </a:r>
          </a:p>
          <a:p>
            <a:r>
              <a:rPr dirty="0"/>
              <a:t>User acquisition + retention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Competitive Landscape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t>Competitor 1 | Strengths | Weaknesses</a:t>
            </a:r>
          </a:p>
          <a:p>
            <a:r>
              <a:t>Competitor 2 | Strengths | Weaknesses</a:t>
            </a:r>
          </a:p>
          <a:p>
            <a:r>
              <a:t>Your Differentiation → Clear advantage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Traction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Early users</a:t>
            </a:r>
          </a:p>
          <a:p>
            <a:r>
              <a:rPr dirty="0"/>
              <a:t>Waitlist signups</a:t>
            </a:r>
          </a:p>
          <a:p>
            <a:r>
              <a:rPr dirty="0"/>
              <a:t>Pilot feedback</a:t>
            </a:r>
          </a:p>
          <a:p>
            <a:r>
              <a:rPr dirty="0"/>
              <a:t>Revenue (if any)</a:t>
            </a:r>
          </a:p>
          <a:p>
            <a:r>
              <a:rPr dirty="0"/>
              <a:t>Expected traction (if pre-launch)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Team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Founders + Roles</a:t>
            </a:r>
          </a:p>
          <a:p>
            <a:r>
              <a:rPr dirty="0"/>
              <a:t>Skills &amp; past achievements</a:t>
            </a:r>
          </a:p>
          <a:p>
            <a:r>
              <a:rPr dirty="0"/>
              <a:t>Why THIS team wins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965201"/>
            <a:ext cx="2559867" cy="4562472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Ask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1707" y="965200"/>
            <a:ext cx="4588960" cy="4562473"/>
          </a:xfrm>
        </p:spPr>
        <p:txBody>
          <a:bodyPr>
            <a:normAutofit/>
          </a:bodyPr>
          <a:lstStyle/>
          <a:p>
            <a:r>
              <a:rPr dirty="0"/>
              <a:t>Funding / resources required</a:t>
            </a:r>
          </a:p>
          <a:p>
            <a:r>
              <a:rPr dirty="0"/>
              <a:t>How the capital will be used</a:t>
            </a:r>
          </a:p>
          <a:p>
            <a:r>
              <a:rPr dirty="0"/>
              <a:t>Timeline &amp; next steps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</TotalTime>
  <Words>209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Calisto MT</vt:lpstr>
      <vt:lpstr>Wingdings 2</vt:lpstr>
      <vt:lpstr>Slate</vt:lpstr>
      <vt:lpstr>Title Slide</vt:lpstr>
      <vt:lpstr>Problem</vt:lpstr>
      <vt:lpstr>Solution</vt:lpstr>
      <vt:lpstr>Product Demo</vt:lpstr>
      <vt:lpstr>Market Opportunity</vt:lpstr>
      <vt:lpstr>Business Model</vt:lpstr>
      <vt:lpstr>Product Roadmap</vt:lpstr>
      <vt:lpstr>Go-to-Market Strategy</vt:lpstr>
      <vt:lpstr>Competitive Landscape</vt:lpstr>
      <vt:lpstr>Traction</vt:lpstr>
      <vt:lpstr>Team</vt:lpstr>
      <vt:lpstr>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Khot</cp:lastModifiedBy>
  <cp:revision>3</cp:revision>
  <dcterms:created xsi:type="dcterms:W3CDTF">2013-01-27T09:14:16Z</dcterms:created>
  <dcterms:modified xsi:type="dcterms:W3CDTF">2025-12-09T16:42:15Z</dcterms:modified>
  <cp:category/>
</cp:coreProperties>
</file>